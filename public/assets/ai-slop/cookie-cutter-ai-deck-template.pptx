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1234440"/>
            <a:ext cx="4663440" cy="4663440"/>
          </a:xfrm>
          <a:prstGeom prst="ellipse">
            <a:avLst/>
          </a:prstGeom>
          <a:solidFill>
            <a:srgbClr val="7C3AED">
              <a:alpha val="7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389120"/>
            <a:ext cx="2971800" cy="2971800"/>
          </a:xfrm>
          <a:prstGeom prst="ellipse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063240"/>
            <a:ext cx="1143000" cy="1143000"/>
          </a:xfrm>
          <a:prstGeom prst="ellipse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B8C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01  /  THE VISIONARY HERO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816352" cy="310896"/>
          </a:xfrm>
          <a:prstGeom prst="roundRect">
            <a:avLst>
              <a:gd name="adj" fmla="val 23529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264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TRANSFORMATION NARRATIVE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6629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AI-Generated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Deck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" y="352958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tour of gradients, cards, pillars, roadmaps, and suspiciously round numbers.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782312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791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0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SLIDES  /  ZERO ORIGINAL STRUCTURES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-180000">
            <a:off x="8302752" y="1783080"/>
            <a:ext cx="28529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3852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4767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62288" y="19568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120000">
            <a:off x="8028432" y="2743200"/>
            <a:ext cx="28529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289864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90779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87968" y="29169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rot="-120000">
            <a:off x="8394192" y="3703320"/>
            <a:ext cx="2852928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3858768"/>
            <a:ext cx="475488" cy="47548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38679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3728" y="387705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5989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9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[Company Name]  /  QX 20XX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AEB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082528" y="641908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0152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0152D"/>
          </a:solidFill>
          <a:ln w="12700">
            <a:solidFill>
              <a:srgbClr val="1015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02  /  THE INEVITABLE 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inevitable narrative arc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transformation follows the same four chapters, at least in presentation form.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2505456" cy="288036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67004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41248" y="3264408"/>
            <a:ext cx="42062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5295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burning platform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427939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three broad problems with enough urgency to justify the rest of the deck.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6432" y="2441448"/>
            <a:ext cx="2505456" cy="288036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267004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0" y="3264408"/>
            <a:ext cx="42062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5295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elegant answer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57600" y="427939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a platform, framework, or ecosystem that resolves them all.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2784" y="2441448"/>
            <a:ext cx="2505456" cy="288036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267004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73952" y="3264408"/>
            <a:ext cx="420624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35295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tidy roadmap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73952" y="427939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change into phases that fit perfectly across one horizontal line.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89136" y="2441448"/>
            <a:ext cx="2505456" cy="288036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90304" y="267004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290304" y="3264408"/>
            <a:ext cx="42062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3529584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confident close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90304" y="427939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a vague invitation to build the future together.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05088" y="5779008"/>
            <a:ext cx="2615184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57881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TIP: CALL IT A JOURNEY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0152D"/>
          </a:solidFill>
          <a:ln w="12700">
            <a:solidFill>
              <a:srgbClr val="1015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03  /  THREE PAIN-POINT CARDS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business has exactly three pain points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Preferably broad enough that every audience member can project their own problem onto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FDE8E7"/>
          </a:solidFill>
          <a:ln w="12700">
            <a:solidFill>
              <a:srgbClr val="FDE8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134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788920"/>
            <a:ext cx="3364992" cy="2688336"/>
          </a:xfrm>
          <a:prstGeom prst="roundRect">
            <a:avLst>
              <a:gd name="adj" fmla="val 2721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3054096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063240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91056" y="303580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Siloed workflows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86968" y="373075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operate across disconnected tools, handoffs, and versions of the truth.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459943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tools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157984" y="4681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simple task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25696" y="2788920"/>
            <a:ext cx="3364992" cy="2688336"/>
          </a:xfrm>
          <a:prstGeom prst="roundRect">
            <a:avLst>
              <a:gd name="adj" fmla="val 2721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3054096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3063240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58384" y="303580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decisions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54296" y="373075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spend valuable time assembling context before they can act.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54296" y="459943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925312" y="4681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spent searching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93024" y="2788920"/>
            <a:ext cx="3364992" cy="2688336"/>
          </a:xfrm>
          <a:prstGeom prst="roundRect">
            <a:avLst>
              <a:gd name="adj" fmla="val 2721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1624" y="3054096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1624" y="3063240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25712" y="303580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impact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21624" y="373075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struggle to connect activity, adoption, and measurable outcomes.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21624" y="459943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view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692640" y="4681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end-to-end value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" y="5815584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cards imply equal importance. Convenient, visually balanced, and rarely true.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18213F"/>
          </a:solidFill>
          <a:ln w="12700">
            <a:solidFill>
              <a:srgbClr val="1821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B8C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04  /  THE MAGIC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0241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comes the deceptively simple solution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8C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intelligent platform connects everything, automates anything, and explains nothing.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752344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7614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and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3364992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37413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35584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decisions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397764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8678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96849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value at scale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4901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910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PLATFORM NAME HERE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29500" y="2281428"/>
            <a:ext cx="2606040" cy="2606040"/>
          </a:xfrm>
          <a:prstGeom prst="ellipse">
            <a:avLst/>
          </a:prstGeom>
          <a:solidFill>
            <a:srgbClr val="2563EB">
              <a:alpha val="24000"/>
            </a:srgbClr>
          </a:solidFill>
          <a:ln w="19050">
            <a:solidFill>
              <a:srgbClr val="2563EB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5260" y="2647188"/>
            <a:ext cx="1874520" cy="1874520"/>
          </a:xfrm>
          <a:prstGeom prst="ellipse">
            <a:avLst/>
          </a:prstGeom>
          <a:solidFill>
            <a:srgbClr val="7C3AED">
              <a:alpha val="42000"/>
            </a:srgbClr>
          </a:solidFill>
          <a:ln w="19050">
            <a:solidFill>
              <a:srgbClr val="7C3AED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3008376"/>
            <a:ext cx="1152144" cy="1152144"/>
          </a:xfrm>
          <a:prstGeom prst="ellipse">
            <a:avLst/>
          </a:prstGeom>
          <a:solidFill>
            <a:srgbClr val="22D3EE">
              <a:alpha val="60000"/>
            </a:srgbClr>
          </a:solidFill>
          <a:ln w="19050">
            <a:solidFill>
              <a:srgbClr val="22D3EE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5864" y="2999232"/>
            <a:ext cx="1353312" cy="1170432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11896" y="3374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1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6675120" y="1847088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85623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65792" y="1764792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1773936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12096" y="4690872"/>
            <a:ext cx="713232" cy="7132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12096" y="4700016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01968" y="4645152"/>
            <a:ext cx="713232" cy="7132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654296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AEB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82528" y="641908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0152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0152D"/>
          </a:solidFill>
          <a:ln w="12700">
            <a:solidFill>
              <a:srgbClr val="1015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05  /  FOUR STRATEGIC PILLARS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strategic pillars, naturally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feels incomplete. Five will not fit without making the font smaller.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450592"/>
            <a:ext cx="2487168" cy="305409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450592"/>
            <a:ext cx="248716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798064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072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871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36941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7824" y="4315968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data, tools, and people into one shared operating picture.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2450592"/>
            <a:ext cx="2487168" cy="305409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450592"/>
            <a:ext cx="248716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2798064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8072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62272" y="2871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94176" y="36941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94176" y="4315968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repetitive work with workflows that sound nearly effortless.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91072" y="2450592"/>
            <a:ext cx="2487168" cy="305409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91072" y="2450592"/>
            <a:ext cx="2487168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2798064"/>
            <a:ext cx="566928" cy="5669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8072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78624" y="2871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10528" y="36941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10528" y="4315968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intelligence into every decision, moment, and sentence.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07424" y="2450592"/>
            <a:ext cx="2487168" cy="305409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07424" y="2450592"/>
            <a:ext cx="248716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2798064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28072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94976" y="2871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26880" y="36941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326880" y="4315968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Govern, measure, and expand until the final arrow points up.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10712" y="5907024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5916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NORTH STAR  /  FOUR PILLARS  /  ENDLESS ALIGNMENT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0152D"/>
          </a:solidFill>
          <a:ln w="12700">
            <a:solidFill>
              <a:srgbClr val="1015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06  /  THE FOUR-STEP 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process with arrows feels like a strategy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verbs, one direction, and no visible dependencies.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2596896" cy="111556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2496" y="2816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81912" y="31363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322576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437083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Listen, assess, align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475488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three nouns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2679192"/>
            <a:ext cx="2596896" cy="1115568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816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61688" y="31363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602736" y="4160520"/>
            <a:ext cx="2322576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67328" y="437083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Frame, imagine, prototype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475488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three nouns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91072" y="2679192"/>
            <a:ext cx="2596896" cy="1115568"/>
          </a:xfrm>
          <a:prstGeom prst="chevron">
            <a:avLst/>
          </a:prstGeom>
          <a:solidFill>
            <a:srgbClr val="22D3EE">
              <a:alpha val="93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2816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41464" y="31363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382512" y="4160520"/>
            <a:ext cx="2322576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47104" y="437083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launch, celebrate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475488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three nouns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2679192"/>
            <a:ext cx="2596896" cy="1115568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21824" y="28163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21240" y="313639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62288" y="4160520"/>
            <a:ext cx="2322576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0" y="437083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Measure, govern, repeat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0" y="475488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three nouns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513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499616" y="5888736"/>
            <a:ext cx="9144000" cy="0"/>
          </a:xfrm>
          <a:prstGeom prst="line">
            <a:avLst/>
          </a:prstGeom>
          <a:noFill/>
          <a:ln w="25400">
            <a:solidFill>
              <a:srgbClr val="DCE3EF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930384" y="55138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INEVITABLE OUTCOME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B8C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07  /  BIG NUMBERS, SMALL CAVEATS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Numbers that look precise enough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8C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typography turns assumptions into executive-ready evidence.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487168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770632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86968" y="35844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decisions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39867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vs. an unnamed 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2487168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770632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3.2x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99432" y="35844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39867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somehow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83296" y="2487168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770632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11896" y="35844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to impact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11896" y="39867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or take reality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4882896"/>
            <a:ext cx="1078992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2395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9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39696" y="5074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39696" y="5440680"/>
            <a:ext cx="2414016" cy="164592"/>
          </a:xfrm>
          <a:prstGeom prst="roundRect">
            <a:avLst>
              <a:gd name="adj" fmla="val 2222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9696" y="5440680"/>
            <a:ext cx="2124334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5074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11496" y="5440680"/>
            <a:ext cx="2414016" cy="164592"/>
          </a:xfrm>
          <a:prstGeom prst="roundRect">
            <a:avLst>
              <a:gd name="adj" fmla="val 2222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5440680"/>
            <a:ext cx="869046" cy="164592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5074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83296" y="5440680"/>
            <a:ext cx="2414016" cy="164592"/>
          </a:xfrm>
          <a:prstGeom prst="roundRect">
            <a:avLst>
              <a:gd name="adj" fmla="val 2222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5440680"/>
            <a:ext cx="2414016" cy="164592"/>
          </a:xfrm>
          <a:prstGeom prst="roundRect">
            <a:avLst>
              <a:gd name="adj" fmla="val 22222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AEB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082528" y="641908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0152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0152D"/>
          </a:solidFill>
          <a:ln w="12700">
            <a:solidFill>
              <a:srgbClr val="1015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08  /  THE HORIZONTAL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roadmap in four tidy phases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transformation always respects quarter boundaries and slide margins.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25880" y="3657600"/>
            <a:ext cx="9564624" cy="0"/>
          </a:xfrm>
          <a:prstGeom prst="line">
            <a:avLst/>
          </a:prstGeom>
          <a:noFill/>
          <a:ln w="50800">
            <a:solidFill>
              <a:srgbClr val="DCE3E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43584" y="3346704"/>
            <a:ext cx="621792" cy="621792"/>
          </a:xfrm>
          <a:prstGeom prst="ellipse">
            <a:avLst/>
          </a:prstGeom>
          <a:solidFill>
            <a:srgbClr val="2563EB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3209544"/>
            <a:ext cx="0" cy="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084832"/>
            <a:ext cx="1627632" cy="1124712"/>
          </a:xfrm>
          <a:prstGeom prst="roundRect">
            <a:avLst>
              <a:gd name="adj" fmla="val 6504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240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505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28254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78224" y="3346704"/>
            <a:ext cx="621792" cy="621792"/>
          </a:xfrm>
          <a:prstGeom prst="ellipse">
            <a:avLst/>
          </a:prstGeom>
          <a:solidFill>
            <a:srgbClr val="7C3AE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3968496"/>
            <a:ext cx="0" cy="21031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4178808"/>
            <a:ext cx="1627632" cy="1124712"/>
          </a:xfrm>
          <a:prstGeom prst="roundRect">
            <a:avLst>
              <a:gd name="adj" fmla="val 6504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4334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4599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49040" y="4919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value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12864" y="3346704"/>
            <a:ext cx="621792" cy="621792"/>
          </a:xfrm>
          <a:prstGeom prst="ellipse">
            <a:avLst/>
          </a:prstGeom>
          <a:solidFill>
            <a:srgbClr val="22D3EE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3209544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2084832"/>
            <a:ext cx="1627632" cy="1124712"/>
          </a:xfrm>
          <a:prstGeom prst="roundRect">
            <a:avLst>
              <a:gd name="adj" fmla="val 6504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2240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505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83680" y="28254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47504" y="3346704"/>
            <a:ext cx="621792" cy="621792"/>
          </a:xfrm>
          <a:prstGeom prst="ellipse">
            <a:avLst/>
          </a:prstGeom>
          <a:solidFill>
            <a:srgbClr val="F9731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3968496"/>
            <a:ext cx="0" cy="21031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44584" y="4178808"/>
            <a:ext cx="1627632" cy="1124712"/>
          </a:xfrm>
          <a:prstGeom prst="roundRect">
            <a:avLst>
              <a:gd name="adj" fmla="val 6504"/>
            </a:avLst>
          </a:prstGeom>
          <a:solidFill>
            <a:srgbClr val="F7F8FC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18320" y="4334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EVENTUALLY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418320" y="4599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418320" y="4919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habits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arrows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15968" y="5769864"/>
            <a:ext cx="3584448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5779008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DATES ONLY WHEN SOMEONE ASKS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0152D"/>
          </a:solidFill>
          <a:ln w="12700">
            <a:solidFill>
              <a:srgbClr val="1015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09  /  THE URGENCY SLIDE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now? Because the window is closing.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strategy deck is complete without a vague but time-sensitive inflection point.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441448"/>
            <a:ext cx="3767328" cy="3255264"/>
          </a:xfrm>
          <a:prstGeom prst="roundRect">
            <a:avLst>
              <a:gd name="adj" fmla="val 2247"/>
            </a:avLst>
          </a:prstGeom>
          <a:solidFill>
            <a:srgbClr val="10152D"/>
          </a:solidFill>
          <a:ln w="12700">
            <a:solidFill>
              <a:srgbClr val="1015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7048" y="2871216"/>
            <a:ext cx="2029968" cy="2029968"/>
          </a:xfrm>
          <a:prstGeom prst="ellipse">
            <a:avLst/>
          </a:prstGeom>
          <a:solidFill>
            <a:srgbClr val="FFFFFF">
              <a:alpha val="8000"/>
            </a:srgbClr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3895344"/>
            <a:ext cx="0" cy="-5943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3895344"/>
            <a:ext cx="438912" cy="2468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509320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to 18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60704" y="548640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months in the imaginary window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91456" y="2450592"/>
            <a:ext cx="2944368" cy="3246120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10912" y="27066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DFF7EE"/>
          </a:solidFill>
          <a:ln w="12700">
            <a:solidFill>
              <a:srgbClr val="DFF7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271576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NOW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10912" y="341071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3419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9824" y="3401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the category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10912" y="406908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407822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9824" y="40599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 learning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10912" y="472744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473659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9824" y="47183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the narrative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5184648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and to the right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2450592"/>
            <a:ext cx="2944368" cy="3246120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94776" y="27066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DE8E7"/>
          </a:solidFill>
          <a:ln w="12700">
            <a:solidFill>
              <a:srgbClr val="FDE8E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4776" y="271576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94776" y="3410712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94776" y="3419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33688" y="3401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category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94776" y="4069080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94776" y="407822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33688" y="40599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 the playbook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94776" y="4727448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94776" y="473659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33688" y="47183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delay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94776" y="5184648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Unspecified consequences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1234440"/>
            <a:ext cx="4663440" cy="4663440"/>
          </a:xfrm>
          <a:prstGeom prst="ellipse">
            <a:avLst/>
          </a:prstGeom>
          <a:solidFill>
            <a:srgbClr val="7C3AED">
              <a:alpha val="7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389120"/>
            <a:ext cx="2971800" cy="2971800"/>
          </a:xfrm>
          <a:prstGeom prst="ellipse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063240"/>
            <a:ext cx="1143000" cy="1143000"/>
          </a:xfrm>
          <a:prstGeom prst="ellipse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11480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20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LOGO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26680" y="420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B8C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COOKIE-CUTTER LAYOUT 10  /  THE INSPIRATIONAL CLOSE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89888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990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ONLY POSSIBLE CONCLUSION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66934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Let's build the future,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together.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676656" y="3584448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six-week sprint to align, pilot, learn, scale, transform, and schedule the next presentation.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6656" y="4700016"/>
            <a:ext cx="281635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47091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01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 /  PILOT  /  SCALE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865376"/>
            <a:ext cx="3319272" cy="3364992"/>
          </a:xfrm>
          <a:prstGeom prst="roundRect">
            <a:avLst>
              <a:gd name="adj" fmla="val 220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01584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01584" y="2788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Replace this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a bold CTA.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101584" y="426110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name@company.com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company.com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0138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AEBA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TEMPLATE  /  REPLACE WITH BRAND, EVIDENCE, AND A POINT OF VIEW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082528" y="641908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10152D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0" y="64556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saba.codes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Cookie-Cutter AI Deck Template</dc:title>
  <dc:subject>An editable showcase of common AI-generated presentation patterns</dc:subject>
  <dc:creator>GitHub Copilot</dc:creator>
  <cp:lastModifiedBy>GitHub Copilot</cp:lastModifiedBy>
  <cp:revision>1</cp:revision>
  <dcterms:created xsi:type="dcterms:W3CDTF">2026-07-21T00:59:14Z</dcterms:created>
  <dcterms:modified xsi:type="dcterms:W3CDTF">2026-07-21T00:59:14Z</dcterms:modified>
</cp:coreProperties>
</file>